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806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8964"/>
            <a:ext cx="9144000" cy="44655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840"/>
            <a:ext cx="9144000" cy="41838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268" y="0"/>
            <a:ext cx="689946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33" y="0"/>
            <a:ext cx="868013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728"/>
            <a:ext cx="9144000" cy="41420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Macintosh PowerPoint</Application>
  <PresentationFormat>On-screen Show (16:9)</PresentationFormat>
  <Paragraphs>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Sands, John</cp:lastModifiedBy>
  <cp:revision>2</cp:revision>
  <dcterms:created xsi:type="dcterms:W3CDTF">2026-05-19T03:57:13Z</dcterms:created>
  <dcterms:modified xsi:type="dcterms:W3CDTF">2026-05-19T04:01:25Z</dcterms:modified>
</cp:coreProperties>
</file>