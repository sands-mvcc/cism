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545E8-E0AE-B247-9D3B-572B6C47F85B}" type="datetimeFigureOut">
              <a:rPr lang="en-US" smtClean="0"/>
              <a:t>5/17/26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F9008B-BE0D-3F42-A4CE-5AD183F99A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539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A17B1-DDAC-84E5-6AA2-AE75DB29F5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BA79E1-83EE-D0FB-276B-BCE4D2F549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52E2E-3534-18D3-C63B-4A89633B8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9FF03-40C4-5F41-996D-69D04BB22F17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1A04A-849A-7369-2CF8-438BF3373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75C74-DEF3-B467-5FE5-BA02624AA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148EA-912C-514A-B0E9-A58F0B3F1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971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BE1B2-57B7-2913-3058-CB1FE636E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256AF-3CEA-6A86-6125-F45F1551B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1C2BD-B172-04FC-683C-D23C8B313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9FF03-40C4-5F41-996D-69D04BB22F17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8A8FD-B300-3B00-596B-C4F4AE02C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3873C-3762-2032-D502-67DA01BD8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148EA-912C-514A-B0E9-A58F0B3F1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107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49369-064B-F785-EFB2-20A4F713F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362A6-85C7-3094-688E-C0F5824CA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A42C1-781C-B169-63EC-5E9E87586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9FF03-40C4-5F41-996D-69D04BB22F17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65B3F-47BE-F46C-B7CD-B465E28E1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86913-14AE-51D3-90FC-4D37C1673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148EA-912C-514A-B0E9-A58F0B3F1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614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C18F6-2029-745C-3E77-7C6C2A1C8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F2EC0-08D2-31FF-2364-F6F5F9646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DFBD9-8259-C16E-121E-BA3ED2DA8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E606F0-4958-427E-AB68-417E6B640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9FF03-40C4-5F41-996D-69D04BB22F17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E9687E-E6CB-8AC7-9530-1817181BF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7CD13F-A6FF-918D-98CF-AC3E6A424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148EA-912C-514A-B0E9-A58F0B3F1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547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EE44F-9926-A85D-A60B-71FD5D4D0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AC71C4-0EF2-EA13-4C95-0256FB266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BA5760-4261-D741-2D2F-9DB17517E8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726107-333D-3C34-8DAC-99B16DF167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CB77A0-A3E6-FEF9-AD50-BB9B5EB741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8C717A-BB17-A6DD-BD3B-B63C5CA8F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9FF03-40C4-5F41-996D-69D04BB22F17}" type="datetimeFigureOut">
              <a:rPr lang="en-US" smtClean="0"/>
              <a:t>5/17/26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BC9E73-9750-2FEE-7123-F206B3277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FDE709-3F82-7906-82B0-F1BAD4AF8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148EA-912C-514A-B0E9-A58F0B3F1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09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8207D-B59F-C54C-3F0D-766F6840C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864BD9-DBAB-8029-E2F7-49FB80E8E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9FF03-40C4-5F41-996D-69D04BB22F17}" type="datetimeFigureOut">
              <a:rPr lang="en-US" smtClean="0"/>
              <a:t>5/17/26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68F783-69FD-2317-43A9-444FBBDBF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481D57-7C61-E12A-8F3D-429B9ACCF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148EA-912C-514A-B0E9-A58F0B3F1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271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1D05F-2A14-04B9-90A7-95ED5B152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9FF03-40C4-5F41-996D-69D04BB22F17}" type="datetimeFigureOut">
              <a:rPr lang="en-US" smtClean="0"/>
              <a:t>5/17/26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2EE9E5-584F-3DA7-2128-1C22B6DDB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0F8207-E3E9-CCE2-B6E9-A7785360B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148EA-912C-514A-B0E9-A58F0B3F1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033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F9D83-807C-6BEE-2CBD-2A30D4A12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0BA5E-B40F-943C-D477-BC230901A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D85793-CCE4-024A-8E22-CA6080AC87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24436D-A1F4-5295-B4DD-1AF7B7EE0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9FF03-40C4-5F41-996D-69D04BB22F17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8A6143-B5C5-8AED-3485-66C4DD6A4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EE814-0C93-82E4-F40D-CC242E206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148EA-912C-514A-B0E9-A58F0B3F1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069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08D37-D038-69AF-0CA8-ADA054709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3683F3-6742-0907-3D2E-85D7CE6316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E81E34-33D0-47E3-A67D-6601F14538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DBD524-9F3C-ED12-4F0E-BF5B55A64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9FF03-40C4-5F41-996D-69D04BB22F17}" type="datetimeFigureOut">
              <a:rPr lang="en-US" smtClean="0"/>
              <a:t>5/17/26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251AC0-B93A-7DD7-F9F9-D3B28A9D8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73C98C-9C39-D4DE-4E3D-16EBC1854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148EA-912C-514A-B0E9-A58F0B3F1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984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DC998-8E23-F716-4AB9-21ED43F63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8AAB8F-5FC0-7E09-7E15-FB170640E0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9A4E8-3728-148A-F0A9-627AE4F72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9FF03-40C4-5F41-996D-69D04BB22F17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C8D5C-93DE-F004-05E7-59188DCCC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A716E-C8F8-65DA-BCBE-4C75E13D6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148EA-912C-514A-B0E9-A58F0B3F1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356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D1A761-357E-846A-2B6A-278FE0C15F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03613B-CA5D-41D8-E4FA-FB8F896D32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2430B-0B8C-4853-BAFD-0655C1D98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9FF03-40C4-5F41-996D-69D04BB22F17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5F92C-FC49-F2AA-23C0-E273B88E8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B1E08-AA1E-99D3-EFB2-E09A845F0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148EA-912C-514A-B0E9-A58F0B3F1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8464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6125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493352-97C1-C115-AE8F-B19802DE4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DB30F-137D-85C9-19FC-06C70BDDD7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14E43-A082-5AF6-7376-94D005348C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D9FF03-40C4-5F41-996D-69D04BB22F17}" type="datetimeFigureOut">
              <a:rPr lang="en-US" smtClean="0"/>
              <a:t>5/17/26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D15911-B537-3FA0-2775-526CBFDFDE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05854-1E73-FA87-D295-B08FCEC84C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E148EA-912C-514A-B0E9-A58F0B3F15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502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782B7-6AB5-CA6D-8CD6-0BD4B65105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NCyTE CISM Course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82ABBE-EF5A-9C63-6326-8D99214A76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Domain 2 – Part 1</a:t>
            </a:r>
          </a:p>
        </p:txBody>
      </p:sp>
    </p:spTree>
    <p:extLst>
      <p:ext uri="{BB962C8B-B14F-4D97-AF65-F5344CB8AC3E}">
        <p14:creationId xmlns:p14="http://schemas.microsoft.com/office/powerpoint/2010/main" val="623593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74258"/>
            <a:ext cx="12192000" cy="15094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09795"/>
            <a:ext cx="12192000" cy="20384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24590"/>
            <a:ext cx="12192000" cy="30088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56405"/>
            <a:ext cx="12192000" cy="25451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89771"/>
            <a:ext cx="12192000" cy="44784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83914"/>
            <a:ext cx="12192000" cy="26901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72710"/>
            <a:ext cx="12192000" cy="19125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81171"/>
            <a:ext cx="12192000" cy="30956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82891"/>
            <a:ext cx="12192000" cy="28922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44796"/>
            <a:ext cx="12192000" cy="29684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15068"/>
            <a:ext cx="12192000" cy="36278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48187"/>
            <a:ext cx="12192000" cy="33616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8875"/>
            <a:ext cx="12192000" cy="40602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</Words>
  <Application>Microsoft Macintosh PowerPoint</Application>
  <PresentationFormat>Widescreen</PresentationFormat>
  <Paragraphs>15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NCyTE CISM Course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Sands, John</dc:creator>
  <cp:lastModifiedBy>Sands, John</cp:lastModifiedBy>
  <cp:revision>1</cp:revision>
  <dcterms:created xsi:type="dcterms:W3CDTF">2026-05-17T22:08:11Z</dcterms:created>
  <dcterms:modified xsi:type="dcterms:W3CDTF">2026-05-17T22:10:18Z</dcterms:modified>
</cp:coreProperties>
</file>