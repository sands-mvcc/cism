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19021D-2D29-C044-BEF1-4B49CA60CE77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686BA-1FFC-7B4D-B3F5-8D7DB2F60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84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D2E2C-4720-C959-2B30-C91109F7C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FDC36-3E1A-80AC-CA6B-B2D59619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B0A78-D6B1-79E4-A223-9F965A492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3B21-DC6F-4547-A153-61567CE9F479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651F3-AF7C-D8BF-8075-1A48A84BB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51A4-5B9C-A5B9-A7E5-6A5B1F6D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1516-7706-224F-A6CA-6A940CF4A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65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F19BF-D12E-0FAA-5D1F-345BBA412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F7BAD-5FCD-2921-6EA6-7FDBB333F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68A64-4A99-E163-8D8B-F456B9A86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3B21-DC6F-4547-A153-61567CE9F479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97B4E-50DF-3AB2-7D9E-8BB36AB03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C4194-00F6-C288-C0E1-8D4035679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1516-7706-224F-A6CA-6A940CF4A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EC476-C69F-EA08-3BD9-7DCDDD9E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5EDFD-C805-3C93-E842-64976D15C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A3FF1-6614-E333-421A-83A8BE3C4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3B21-DC6F-4547-A153-61567CE9F479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B6A9F-10BC-3AED-0288-FD96E1D8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58102-6630-FB7D-50B2-F3822A899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1516-7706-224F-A6CA-6A940CF4A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69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92067-986E-68E0-7C59-762E07F5B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35D71-2D50-264C-1F1D-0DBBC0C22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FC608-306F-06BA-C553-CBAF9CE30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84A3A-4CCE-59C9-5B24-946F7D959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3B21-DC6F-4547-A153-61567CE9F479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5F0A8-4711-A354-DF0A-0E5E1E76B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AA741-C3CB-3C52-EBA4-04FF7ECD0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1516-7706-224F-A6CA-6A940CF4A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711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AE19E-01AD-0F8E-C0D3-3A4D5E6D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8B2B0-36BD-1AD9-30A8-F78DC24A7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A261F-6B91-863C-FFCF-5C32099FF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4ED125-74B0-82DE-6F91-CBD07557D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CDA5E5-4EB1-2BDD-10B8-8498AC7DF6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8DCD77-828E-3A32-B80A-770C76505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3B21-DC6F-4547-A153-61567CE9F479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C62F1-5721-5D59-04C8-E43FCE5E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4D685D-3582-716F-94F3-7DEE7E547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1516-7706-224F-A6CA-6A940CF4A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835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30A46-D225-7E32-2C36-5362FCCF2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02705E-35A3-891D-251A-305498830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3B21-DC6F-4547-A153-61567CE9F479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507918-19E3-9A8C-4EA4-B9B73584E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3AED5-76EC-E595-21A6-2EA6295E0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1516-7706-224F-A6CA-6A940CF4A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51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5D85FF-886B-8465-6996-13606A273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3B21-DC6F-4547-A153-61567CE9F479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404208-E0BF-174D-1460-F3D68B9ED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87451-F9BC-FB6C-F0A9-A3F6C4AA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1516-7706-224F-A6CA-6A940CF4A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22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B74DA-BC90-42C1-2093-7205E03C3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36DE5-79DA-2930-E7E0-A175E560A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F1470-F5E4-1388-F4FF-4F272992B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66867-09CB-F17F-DD66-35AC446E9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3B21-DC6F-4547-A153-61567CE9F479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64457-D65D-D004-4C6D-61777724A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961EA-BB9B-D583-CBE6-681BE94A2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1516-7706-224F-A6CA-6A940CF4A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5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21274-C22A-BF45-ACC8-C50C518C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9FAFCD-8CD0-EA4E-AEDC-1C8B373B6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856B6-0590-EAB3-D0B9-B0D2FAADE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A4F33-FC0B-FCD4-68C4-C7C254AEE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3B21-DC6F-4547-A153-61567CE9F479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9D51E-E775-0C98-E518-66BDFE9AB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26866-1A3B-E279-BD26-B88EC4A09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1516-7706-224F-A6CA-6A940CF4A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8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7A6BD-3D92-909B-EDE3-F8D1143A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122EC6-1F6C-96DD-CB30-5C0FD8EE0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A1929-D347-2CAA-009B-47CDCFAB0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3B21-DC6F-4547-A153-61567CE9F479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9363A-AD58-AE3C-3E14-6CB7D6E0D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9B431-6752-8927-0960-A9F1951D4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1516-7706-224F-A6CA-6A940CF4A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37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5625EA-E66A-B0CE-2F67-484AFF847C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69DA9A-8E21-DAC7-D299-2863A2E2D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C2B6A-7E4F-81F3-DB2F-5B32DEB98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3B21-DC6F-4547-A153-61567CE9F479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01DFF-60EE-CE1E-D54B-C10A9F9E4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A8958-84CA-D540-6E38-E07E99AC4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1516-7706-224F-A6CA-6A940CF4A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214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89F0A0-D6FA-1D09-650C-E7F7778ED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01C9B-D153-56BB-E8EA-18DBDFB72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0A69E-9248-CA18-26C0-AB901EFCD2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ED3B21-DC6F-4547-A153-61567CE9F479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3334C-0E5A-1C92-E8B1-3C9E672CA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A5953-2262-2054-235E-CA55DEC87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191516-7706-224F-A6CA-6A940CF4A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85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C2A70-DAD3-915A-E076-399163A1B6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CISMD1P2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663AE-9C0D-3260-3AC1-5FE508643D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042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1161"/>
            <a:ext cx="12192000" cy="30556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7331"/>
            <a:ext cx="12192000" cy="32233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88338"/>
            <a:ext cx="12192000" cy="42813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255"/>
            <a:ext cx="12192000" cy="62874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1086"/>
            <a:ext cx="12192000" cy="58358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5858"/>
            <a:ext cx="12192000" cy="33462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96126"/>
            <a:ext cx="12192000" cy="28657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Macintosh PowerPoint</Application>
  <PresentationFormat>Widescreen</PresentationFormat>
  <Paragraphs>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CISMD1P2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Sands, John</dc:creator>
  <cp:lastModifiedBy>Sands, John</cp:lastModifiedBy>
  <cp:revision>1</cp:revision>
  <dcterms:created xsi:type="dcterms:W3CDTF">2026-05-19T04:00:16Z</dcterms:created>
  <dcterms:modified xsi:type="dcterms:W3CDTF">2026-05-19T04:01:00Z</dcterms:modified>
</cp:coreProperties>
</file>