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55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43" y="0"/>
            <a:ext cx="721831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4945"/>
            <a:ext cx="9144000" cy="1313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9723"/>
            <a:ext cx="9144000" cy="1224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6318"/>
            <a:ext cx="9144000" cy="17308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4679"/>
            <a:ext cx="9144000" cy="1034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5035"/>
            <a:ext cx="9144000" cy="1633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6724"/>
            <a:ext cx="9144000" cy="1050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3952"/>
            <a:ext cx="9144000" cy="1955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4974"/>
            <a:ext cx="9144000" cy="1333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Macintosh PowerPoint</Application>
  <PresentationFormat>On-screen Show (16:9)</PresentationFormat>
  <Paragraphs>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Sands, John</cp:lastModifiedBy>
  <cp:revision>3</cp:revision>
  <dcterms:created xsi:type="dcterms:W3CDTF">2026-05-19T12:14:46Z</dcterms:created>
  <dcterms:modified xsi:type="dcterms:W3CDTF">2026-05-19T12:17:40Z</dcterms:modified>
</cp:coreProperties>
</file>