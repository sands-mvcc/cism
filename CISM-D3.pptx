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843" y="0"/>
            <a:ext cx="7218313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14945"/>
            <a:ext cx="9144000" cy="13136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59723"/>
            <a:ext cx="9144000" cy="12240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06318"/>
            <a:ext cx="9144000" cy="17308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054679"/>
            <a:ext cx="9144000" cy="10341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55035"/>
            <a:ext cx="9144000" cy="16334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046724"/>
            <a:ext cx="9144000" cy="10500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93952"/>
            <a:ext cx="9144000" cy="195559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04974"/>
            <a:ext cx="9144000" cy="13335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54507"/>
            <a:ext cx="9144000" cy="123448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13667"/>
            <a:ext cx="9144000" cy="251616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76910"/>
            <a:ext cx="9144000" cy="15896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25743"/>
            <a:ext cx="9144000" cy="12920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60918"/>
            <a:ext cx="9144000" cy="162166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80466"/>
            <a:ext cx="9144000" cy="178256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55584"/>
            <a:ext cx="9144000" cy="123233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69278"/>
            <a:ext cx="9144000" cy="180494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49481"/>
            <a:ext cx="9144000" cy="164453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70953"/>
            <a:ext cx="9144000" cy="24015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2026-05-19T12:14:46Z</dcterms:created>
  <dcterms:modified xsi:type="dcterms:W3CDTF">2026-05-19T12:14:46Z</dcterms:modified>
</cp:coreProperties>
</file>