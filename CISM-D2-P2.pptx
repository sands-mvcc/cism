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35"/>
  </p:normalViewPr>
  <p:slideViewPr>
    <p:cSldViewPr snapToGrid="0">
      <p:cViewPr varScale="1">
        <p:scale>
          <a:sx n="146" d="100"/>
          <a:sy n="146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89142-79B3-814D-80D3-F70C0A08F328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CBF81-4AF9-2C47-87B4-96A57377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86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A2C9F-01C2-9A50-3F90-B42DE0CFE8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D93884-3246-F3D7-6CB7-747080AC3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A90D8-4E78-C771-F996-3CCE263EA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72C69-89C1-DA57-591E-74FFAE54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C57B1-76A2-C692-6DC2-E471DCE8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7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11BC-F1AD-48D4-0CAD-3FCA773D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60E5B-5484-D170-ECA9-D5C486676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A1AE4-73B6-588B-A594-025B0EB3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4A60D-4FE1-F8EA-CEE8-262927229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3E18-2E17-E4C7-24E9-F5501253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39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22F31-C0FE-3489-E454-B663324C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780FE-47C1-D8BC-7DB7-2A9209B02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B6222-99A3-3468-CFE9-C9E9F7BC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C657B-D55E-F016-2611-743CF3725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7BD07-E18F-185C-35B4-E0E61A87B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33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1272-55C3-A3C2-AE57-40AD0C61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742A4-C2BE-7574-CBAD-682B46ED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A1AEA-42C6-8193-43C5-D53F6C9F1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E37AE-C158-0F6D-4EE1-3C5FB941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0E5C06-C008-44C9-2067-EAF22609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8825A-E828-279B-284E-989681A1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4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D449-5638-96E1-53AA-9D2760470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337B5-9AB4-4191-715D-04B472A19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5AFF1-DD23-A569-4543-B60A43DB1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F03E0-2308-37E2-ED3C-756881F0D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E51C25-6FD9-9A2C-55E7-15D931ED16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DC1A4-1816-3945-D3D4-7E618750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737538-0CCE-6295-1E9B-F9773766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DCD29-5D4F-291C-949C-4B83EEEEB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5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98175-80BC-56C6-A558-BDEDC17E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DFC6C-3CE8-3535-21DB-F03CC7081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CEAB47-47D6-9676-7DD3-3B9B96322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4FDD09-6C8A-C0CF-8656-E4AD24F9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4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2D07A-ACAD-6A0F-E3DD-344E5068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45E20-9B08-D0DD-3235-34315613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F8904-584F-ED57-8CA5-307DE902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BEB5-B3BB-E5F2-9F13-9E60AB0BB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5EDB4-AB61-1C24-5FAF-D620FB89F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FCEC9-309B-6BF4-6B02-B16C93376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33C4B-9106-588C-99CB-4F9D2DE64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B99BF-4784-C6E2-A93A-A91BDE33C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5E32C-9605-11E9-D091-1658B1ED1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3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13A4-3B2B-D43C-F946-9E957FE8D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CD98F-E401-CB51-09C0-6F7234FBAB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B7000-232E-FB26-9DCF-D48131EEF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8BB34-9311-A22E-C917-B622E202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3B2F9-C080-167A-9EBC-FC8121D24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31772-4D66-126C-ECEB-00490A6F4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1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CA2BB-0A34-02A0-2221-64AA2752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89C22-0CC2-7816-C269-3D8C662B1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67A5E-ACA1-77D5-F96F-5D938CF9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DA1B4-FE4D-C653-976B-9002F08D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84276-9139-B38D-E0DC-62284F91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07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A1BB9-449F-06FE-04E4-A00311031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C53940-93A1-BD3F-B43D-EB2F0F22E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4E004-12C7-0F39-4DCA-AE224D518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945B7-88D5-29E2-D1C7-2AD4DE251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3CAA2-2508-0D9C-C5B4-209AFB71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976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59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E478D-D97B-A1CA-1093-F101572A0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F3DFC-F645-2A95-1A43-1900FEB77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A0231-598C-F57B-4AD3-60CAE7543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BAEDB-1FE2-B54D-BB13-6B0A10EC9134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96507-87EC-E7A9-FFFE-D422FA65B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6DA9F-085D-41AE-C0E7-19DF5226D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D8285D-9236-C043-9A4E-BF3694307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0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37CFE-103C-5C9F-B55A-A3E01C9842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NCyTE CISM Course</a:t>
            </a:r>
            <a:br>
              <a:rPr lang="en-US" dirty="0"/>
            </a:br>
            <a:r>
              <a:rPr lang="en-US" dirty="0"/>
              <a:t>Domain Two – Risk Response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6B340-BBA0-13F5-7EAF-7076A4FAA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5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8875"/>
            <a:ext cx="12192000" cy="40602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4319" y="1330408"/>
            <a:ext cx="12192000" cy="4197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2648"/>
            <a:ext cx="12192000" cy="2012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4675"/>
            <a:ext cx="12192000" cy="19486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55558"/>
            <a:ext cx="12192000" cy="23468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7165"/>
            <a:ext cx="12192000" cy="36036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7391"/>
            <a:ext cx="12192000" cy="34032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8738"/>
            <a:ext cx="12192000" cy="56805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9441"/>
            <a:ext cx="12192000" cy="53591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51463"/>
            <a:ext cx="12192000" cy="13550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41551"/>
            <a:ext cx="12192000" cy="41748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735"/>
            <a:ext cx="12192000" cy="3844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</Words>
  <Application>Microsoft Macintosh PowerPoint</Application>
  <PresentationFormat>Widescreen</PresentationFormat>
  <Paragraphs>13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NCyTE CISM Course Domain Two – Risk Response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Sands, John</dc:creator>
  <cp:lastModifiedBy>Sands, John</cp:lastModifiedBy>
  <cp:revision>1</cp:revision>
  <dcterms:created xsi:type="dcterms:W3CDTF">2026-05-16T20:54:54Z</dcterms:created>
  <dcterms:modified xsi:type="dcterms:W3CDTF">2026-05-16T20:57:40Z</dcterms:modified>
</cp:coreProperties>
</file>