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6" d="100"/>
          <a:sy n="116" d="100"/>
        </p:scale>
        <p:origin x="86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FE37DF-0709-AC47-9E9B-299249480643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CDFD60-94CD-5342-BAD0-C060AA5B67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040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6A00E-D86C-ADB1-1A4D-D2545BB453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7EA8E8-4F87-2A5B-FF04-517FDF0B0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FA1D0-5CB5-2771-2AA9-718CDF603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65D9-9037-DF4F-8E74-A38D3EBED5B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398CA-E38A-C5AD-F195-B9A1AC6A1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2EFAB-60E7-B89B-DA09-BC6B1630EC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47A10-7A25-4647-BCFB-68BFA36A2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6678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4D06E-2332-E0EF-6442-12D257F9B5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4E7EAE-0632-1171-B4F0-A72EEB0FFE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E2E07-2C28-112D-B772-BC78D606D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65D9-9037-DF4F-8E74-A38D3EBED5B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E6735-E5BD-8966-2E05-FE9459C32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E55542-76DB-9400-F4AB-80A153162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47A10-7A25-4647-BCFB-68BFA36A2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92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22E06-0C0D-4908-DAB8-A58922606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919699-D3C8-B77C-974D-619280BC7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15A881-15B5-AD65-1956-7E7D420B0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65D9-9037-DF4F-8E74-A38D3EBED5B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528279-B255-E61C-2349-E0B858143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608F7D-CC8D-A2C6-30F7-28AE18460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47A10-7A25-4647-BCFB-68BFA36A2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245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B30EA-50A4-5E1F-7764-4C8D3958C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CCD04-0DFD-9152-27DC-5561203E81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88C602-EC99-9D47-C92D-20932D4FEE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8B381-8998-6649-1657-63C3BFBB5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65D9-9037-DF4F-8E74-A38D3EBED5B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4EF6E9-0F9A-C9F8-9F75-9E336FBCEF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2161DC-148C-D889-316D-97CB4539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47A10-7A25-4647-BCFB-68BFA36A2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47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A0FB8-1BD6-0D12-9C26-61F3C1AAF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2AC69-33C7-45AA-F620-C1F47FCFA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F05278-D474-88D4-0F84-1EB2319DA2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B58B7AA-D35C-A5A4-5B0D-3219500BD4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72B9BAC-88DC-F102-38F7-B482310393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097B66A-609F-146A-CB01-E5060DA7C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65D9-9037-DF4F-8E74-A38D3EBED5B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E81E278-AD21-0B99-9ABA-FB7D59188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7E8AF-08F6-65C2-1B19-1C9CD23A4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47A10-7A25-4647-BCFB-68BFA36A2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042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C1127-A2B9-480A-9893-071082E01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6A23E2-C997-8889-B5C9-85A78B6B7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65D9-9037-DF4F-8E74-A38D3EBED5B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96E9CC-DD92-1352-EB14-47C44E127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20AF89-DFA7-AC2C-719B-3FDC06E4C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47A10-7A25-4647-BCFB-68BFA36A2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708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206B1A-77D2-C943-7525-02394B452B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65D9-9037-DF4F-8E74-A38D3EBED5B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FCFB3C-2095-7683-8BB0-72CBF184E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7AF7E9-310C-93A3-CA66-E8831A39F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47A10-7A25-4647-BCFB-68BFA36A2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675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3C78B0-9630-A0C4-7F8E-35B039EAC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CA2F8-6D48-9C82-B65C-7EB855710C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182F9-84A0-F072-AC53-218596814E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1F05CD-8D91-C8F7-5BBE-77FE895F6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65D9-9037-DF4F-8E74-A38D3EBED5B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BA855-7090-F033-649F-5049AC865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8F326-CD2D-78EB-0370-DEAE3A7A0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47A10-7A25-4647-BCFB-68BFA36A2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88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8C553-BEB8-53C6-D7DB-206865973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9A9295-B9B6-85EC-A2DF-A3CCE77A88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5934DB-E240-DAF9-C31E-A75B54C731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244829-C1D4-F829-FA91-CD9838994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65D9-9037-DF4F-8E74-A38D3EBED5B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E8DA81-4D15-074A-C9FA-DC5B20E5C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A66F05-6EF2-B24E-68FA-C757DE309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47A10-7A25-4647-BCFB-68BFA36A2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685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B72E8E-08A9-7EAF-6575-F0E4C5318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65C923-C5F0-07E6-25EE-0D7B3342F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F7498-AC12-ECC8-692C-D3B8D838C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65D9-9037-DF4F-8E74-A38D3EBED5B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6F0511-895F-7752-8A02-534639889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C2910-E31F-89F9-401C-10EF632DF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47A10-7A25-4647-BCFB-68BFA36A2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9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820AA56-99E8-7FB8-3300-63AA265E3C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9FA6C8-CDD6-63D5-6F95-F3E0C78B4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1B5ED-D5EA-3FE6-A02C-25A1A57D2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B165D9-9037-DF4F-8E74-A38D3EBED5B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25131-8A0F-5102-C26A-0495D870B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1996D-65E9-192D-E972-E9E6637CB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547A10-7A25-4647-BCFB-68BFA36A2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788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194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5F6700-C65F-4109-9464-1F3DAD0DC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FACF8-6F2A-A6FC-F684-63A36821B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F5156-4E29-46EE-C4DF-9D2E1A4B1E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B165D9-9037-DF4F-8E74-A38D3EBED5B9}" type="datetimeFigureOut">
              <a:rPr lang="en-US" smtClean="0"/>
              <a:t>5/19/26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8CA28C-1C7A-DDBF-2BD1-4423EF5EF9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8EF39-9C55-DDAA-B01D-C5FEF53349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547A10-7A25-4647-BCFB-68BFA36A20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5916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F0A2A-9099-B407-E685-8996B8C701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CISM Domain 3 Part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399CBA-4D61-01D5-46DA-F556A0018A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09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06010"/>
            <a:ext cx="12192000" cy="164598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51557"/>
            <a:ext cx="12192000" cy="33548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69214"/>
            <a:ext cx="12192000" cy="21195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67658"/>
            <a:ext cx="12192000" cy="172268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47892"/>
            <a:ext cx="12192000" cy="216221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40622"/>
            <a:ext cx="12192000" cy="237675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07446"/>
            <a:ext cx="12192000" cy="164311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25704"/>
            <a:ext cx="12192000" cy="240659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32642"/>
            <a:ext cx="12192000" cy="21927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7938"/>
            <a:ext cx="12192000" cy="32021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Macintosh PowerPoint</Application>
  <PresentationFormat>Widescreen</PresentationFormat>
  <Paragraphs>11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CISM Domain 3 Part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Sands, John</dc:creator>
  <cp:lastModifiedBy>Sands, John</cp:lastModifiedBy>
  <cp:revision>1</cp:revision>
  <dcterms:created xsi:type="dcterms:W3CDTF">2026-05-19T12:16:53Z</dcterms:created>
  <dcterms:modified xsi:type="dcterms:W3CDTF">2026-05-19T12:17:24Z</dcterms:modified>
</cp:coreProperties>
</file>